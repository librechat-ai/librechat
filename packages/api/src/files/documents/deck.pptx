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New0"/>
    <p:sldId id="258" r:id="rIdNew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92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New0" Type="http://schemas.openxmlformats.org/officeDocument/2006/relationships/slide" Target="slides/slide2.xml"/><Relationship Id="rIdNew1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A71B-5A03-4006-A249-88022B89F593}" type="datetimeFigureOut">
              <a:rPr lang="en-GB" smtClean="0"/>
              <a:pPr/>
              <a:t>12/16/12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744C6-313F-4EA9-AC01-045AFA194E53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Presentation Title Text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Subtitle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04892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Highlights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t>Revenue up 12 percent</a:t>
            </a:r>
          </a:p>
          <a:p>
            <a:pPr lvl="0"/>
            <a:r>
              <a:t>Two new regions opened</a:t>
            </a:r>
          </a:p>
          <a:p>
            <a:pPr lvl="0"/>
            <a:r>
              <a:t>Churn down to 3.1 percent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Totals</a:t>
            </a:r>
          </a:p>
        </p:txBody>
      </p:sp>
      <p:graphicFrame>
        <p:nvGraphicFramePr>
          <p:cNvPr id="4" name="Table"/>
          <p:cNvGraphicFramePr/>
          <p:nvPr/>
        </p:nvGraphicFramePr>
        <p:xfrm>
          <a:off x="838200" y="1825625"/>
          <a:ext cx="9144000" cy="1143000"/>
        </p:xfrm>
        <a:graphic>
          <a:graphicData uri="http://schemas.openxmlformats.org/drawingml/2006/table">
            <a:tbl>
              <a:tblPr firstRow="1"/>
              <a:tblGrid>
                <a:gridCol w="3048000"/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Presentation Title Text</vt:lpstr>
    </vt:vector>
  </TitlesOfParts>
  <Manager/>
  <Company>neopraxis.org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python-pptx</dc:creator>
  <cp:keywords/>
  <dc:description/>
  <cp:lastModifiedBy>Steve Canny</cp:lastModifiedBy>
  <cp:revision>4</cp:revision>
  <dcterms:created xsi:type="dcterms:W3CDTF">2012-11-17T11:07:40Z</dcterms:created>
  <dcterms:modified xsi:type="dcterms:W3CDTF">2012-12-17T06:54:44Z</dcterms:modified>
  <cp:category/>
</cp:coreProperties>
</file>